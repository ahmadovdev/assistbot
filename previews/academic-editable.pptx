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EDEAE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0537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MILLIY UNIVERSITET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160520"/>
            <a:ext cx="405371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BAJARDI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70832"/>
            <a:ext cx="4053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Aliyev Vali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79598" y="64008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B0392E"/>
          </a:solidFill>
          <a:ln/>
        </p:spPr>
      </p:sp>
      <p:sp>
        <p:nvSpPr>
          <p:cNvPr id="7" name="Text 5"/>
          <p:cNvSpPr/>
          <p:nvPr/>
        </p:nvSpPr>
        <p:spPr>
          <a:xfrm>
            <a:off x="5379598" y="64008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 ISHI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79598" y="1920240"/>
            <a:ext cx="6400617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Fotosintez jarayoni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QISM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DEA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Fotosintez jarayoni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386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8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Yashil o'simliklar quyosh energiyasini kimyoviy energiyaga aylantiradi.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28016" cy="128016"/>
          </a:xfrm>
          <a:prstGeom prst="ellipse">
            <a:avLst/>
          </a:prstGeom>
          <a:solidFill>
            <a:srgbClr val="B039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 1: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8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Yorug'lik reaksiyasi.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81528"/>
            <a:ext cx="128016" cy="128016"/>
          </a:xfrm>
          <a:prstGeom prst="ellipse">
            <a:avLst/>
          </a:prstGeom>
          <a:solidFill>
            <a:srgbClr val="B039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90088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 2: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8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Kalvin sikli.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Lumio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</dc:creator>
  <cp:lastModifiedBy>Lumio</cp:lastModifiedBy>
  <cp:revision>1</cp:revision>
  <dcterms:created xsi:type="dcterms:W3CDTF">2026-07-06T17:19:22Z</dcterms:created>
  <dcterms:modified xsi:type="dcterms:W3CDTF">2026-07-06T17:19:22Z</dcterms:modified>
</cp:coreProperties>
</file>