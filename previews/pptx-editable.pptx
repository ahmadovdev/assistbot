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ECE7D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0537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spc="100" kern="0" dirty="0">
                <a:solidFill>
                  <a:srgbClr val="15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OLIY TA'LIM VAZIRLIGI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0537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TOSHKENT DAVLAT YURIDIK UNIVERSITETI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0537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Davlat-huquqiy fanlar fakulteti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0537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Konstitutsiyaviy huquq kafedrasi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405371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5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BAJARDI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370832"/>
            <a:ext cx="40537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Shahzod Ismoilov · YHK-21-04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79598" y="640080"/>
            <a:ext cx="1207008" cy="457200"/>
          </a:xfrm>
          <a:prstGeom prst="roundRect">
            <a:avLst>
              <a:gd name="adj" fmla="val 16000"/>
            </a:avLst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5379598" y="64008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5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79598" y="1920240"/>
            <a:ext cx="6400617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CE7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Konstitutsiyaviy huquq: tushuncha, manbalar va normalar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TA'RIF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CE7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Konstitutsiyaviy huquq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386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Konstitutsiyaviy huquq — davlat tuzilishi asoslarini, inson va fuqaroning huquqiy maqomini hamda davlat hokimiyati organlari tizimini tartibga soluvchi huquqiy normalar majmuidan iborat milliy huquqning yetakchi tarmog'idir.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5272888" cy="2743200"/>
          </a:xfrm>
          <a:prstGeom prst="roundRect">
            <a:avLst>
              <a:gd name="adj" fmla="val 4000"/>
            </a:avLst>
          </a:prstGeom>
          <a:solidFill>
            <a:srgbClr val="222732"/>
          </a:solidFill>
          <a:ln w="12700">
            <a:solidFill>
              <a:srgbClr val="3338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93192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OLIY KUCH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47242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 normalardan ustun turadi.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3657600"/>
            <a:ext cx="5272888" cy="2743200"/>
          </a:xfrm>
          <a:prstGeom prst="roundRect">
            <a:avLst>
              <a:gd name="adj" fmla="val 4000"/>
            </a:avLst>
          </a:prstGeom>
          <a:solidFill>
            <a:srgbClr val="222732"/>
          </a:solidFill>
          <a:ln w="12700">
            <a:solidFill>
              <a:srgbClr val="3338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393192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BARQARORLIK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53048" y="4434840"/>
            <a:ext cx="47242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O'zgartirish murakkab tartibda.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PREDMET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E7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Konstitutsiyaviy huquqning predmeti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0386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Konstitutsiyaviy huquq davlat va jamiyat hayotining asosiy munosabatlarini tartibga soladi.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60320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tuzilishi: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asoslari va suverenitet masalalari.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81528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90088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Huquqiy maqom: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inson va fuqaroning huquq va erkinliklari.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11296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419856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Hokimiyat organlari: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 etish va faoliyat tartibi.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E7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Xulosa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10271455" cy="526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Konstitutsiyaviy huquq milliy huquq tizimining yetakchi tarmog'i sifatida aniqlandi va boshqa barcha huquq sohalari uchun poydevor vazifasini bajaradi.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309876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098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309876"/>
            <a:ext cx="1027145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Uning normalari oliy yuridik kuchga ega.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831084"/>
            <a:ext cx="411480" cy="4114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10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831084"/>
            <a:ext cx="10271455" cy="526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Fuqarolarning konstitutsiyaviy savodxonligini oshirish dolzarb vazifa bo'lib qolmoqda va bu borada ta'lim tizimida qo'shimcha choralar zarur.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Ishning maqsad va vazifalariga to'liq erishildi.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E7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E'tiboringiz uchun rahmat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554480" y="3931920"/>
            <a:ext cx="90827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Savollaringizga javob berishga tayyorman.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Lumio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Lumio</dc:creator>
  <cp:lastModifiedBy>Lumio</cp:lastModifiedBy>
  <cp:revision>1</cp:revision>
  <dcterms:created xsi:type="dcterms:W3CDTF">2026-07-06T13:00:30Z</dcterms:created>
  <dcterms:modified xsi:type="dcterms:W3CDTF">2026-07-06T13:00:30Z</dcterms:modified>
</cp:coreProperties>
</file>