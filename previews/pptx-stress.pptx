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11535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 TEST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11535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ECE7D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Besh ta juda uzun band bilan sinov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1003861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9A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 bir band deyarli 160 belgigacha yozilgan — sxema chegarasiga yaqin.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51760"/>
            <a:ext cx="128016" cy="128016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560320"/>
            <a:ext cx="10545775" cy="495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ECE7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 1:  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9A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Bandning 1-qismi juda uzun matn bilan yozilgan, chunki AI ba'zan sxema chegarasiga yaqin uzunlikda to'liq gaplar yozadi va bu qatorning haqiqiy balandligini oshiradi, shu sababli test qiladi.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3284728"/>
            <a:ext cx="128016" cy="128016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3193288"/>
            <a:ext cx="10545775" cy="495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ECE7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 2:  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9A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Bandning 2-qismi juda uzun matn bilan yozilgan, chunki AI ba'zan sxema chegarasiga yaqin uzunlikda to'liq gaplar yozadi va bu qatorning haqiqiy balandligini oshiradi, shu sababli test qiladi.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0080" y="3917696"/>
            <a:ext cx="128016" cy="128016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3826256"/>
            <a:ext cx="10545775" cy="495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ECE7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 3:  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9A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Bandning 3-qismi juda uzun matn bilan yozilgan, chunki AI ba'zan sxema chegarasiga yaqin uzunlikda to'liq gaplar yozadi va bu qatorning haqiqiy balandligini oshiradi, shu sababli test qiladi.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40080" y="4550664"/>
            <a:ext cx="128016" cy="128016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4459224"/>
            <a:ext cx="10545775" cy="495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ECE7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 4:  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9A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Bandning 4-qismi juda uzun matn bilan yozilgan, chunki AI ba'zan sxema chegarasiga yaqin uzunlikda to'liq gaplar yozadi va bu qatorning haqiqiy balandligini oshiradi, shu sababli test qiladi.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40080" y="5183632"/>
            <a:ext cx="128016" cy="128016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14" name="Text 12"/>
          <p:cNvSpPr/>
          <p:nvPr/>
        </p:nvSpPr>
        <p:spPr>
          <a:xfrm>
            <a:off x="1005840" y="5092192"/>
            <a:ext cx="10545775" cy="495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ECE7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 5:  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9A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Bandning 5-qismi juda uzun matn bilan yozilgan, chunki AI ba'zan sxema chegarasiga yaqin uzunlikda to'liq gaplar yozadi va bu qatorning haqiqiy balandligini oshiradi, shu sababli test qiladi.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094415" y="63550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Lumio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Lumio</dc:creator>
  <cp:lastModifiedBy>Lumio</cp:lastModifiedBy>
  <cp:revision>1</cp:revision>
  <dcterms:created xsi:type="dcterms:W3CDTF">2026-07-06T12:58:49Z</dcterms:created>
  <dcterms:modified xsi:type="dcterms:W3CDTF">2026-07-06T12:58:49Z</dcterms:modified>
</cp:coreProperties>
</file>