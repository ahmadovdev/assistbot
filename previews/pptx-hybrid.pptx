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E7DC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Konstitutsiyaviy huquq: tushuncha, manbalar va normalar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E7DC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Konstitutsiyaviy huquq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CE7DC">
                    <a:alpha val="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Konstitutsiyaviy huquq — davlat tuzilishi asoslarini, inson va fuqaroning huquqiy maqomini hamda davlat hokimiyati organlari tizimini tartibga soluvchi huquqiy normalar majmuidan iborat milliy huquqning yetakchi tarmog'idir.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E7DC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Konstitutsiyaviy huquqning predmeti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CE7DC">
                    <a:alpha val="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Konstitutsiyaviy huquq davlat va jamiyat hayotining asosiy munosabatlarini tartibga soladi.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E7DC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Xulosa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0AC">
                    <a:alpha val="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Ishning maqsad va vazifalariga to'liq erishildi.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E7DC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E'tiboringiz uchun rahmat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Lumio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Lumio</dc:creator>
  <cp:lastModifiedBy>Lumio</cp:lastModifiedBy>
  <cp:revision>1</cp:revision>
  <dcterms:created xsi:type="dcterms:W3CDTF">2026-07-06T13:00:30Z</dcterms:created>
  <dcterms:modified xsi:type="dcterms:W3CDTF">2026-07-06T13:00:30Z</dcterms:modified>
</cp:coreProperties>
</file>