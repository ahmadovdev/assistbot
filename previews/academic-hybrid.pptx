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DEAE2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Fotosintez jarayoni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DEAE2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Fotosintez jarayoni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EAE2">
                    <a:alpha val="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Yashil o'simliklar quyosh energiyasini kimyoviy energiyaga aylantiradi.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2026-07-06T17:19:22Z</dcterms:created>
  <dcterms:modified xsi:type="dcterms:W3CDTF">2026-07-06T17:19:22Z</dcterms:modified>
</cp:coreProperties>
</file>